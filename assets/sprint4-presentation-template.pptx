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[N]  ·  vW[N]  ·  [Date]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9A84C"/>
                </a:solidFill>
              </a:defRPr>
            </a:pPr>
            <a:r>
              <a:t>Prediction Challenge: S&amp;P 500 · Nasdaq-100 · Gold futures (/GC) — locked Wed 23:59 · scored Sat AM SGT · defended Monday (oral)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 &amp; Definition of Done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this sprint's goal in one sentence]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—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46557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655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9684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6849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44714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7141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3]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49743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7433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4]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5390000"/>
            <a:ext cx="11064240" cy="110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12C7B7"/>
                </a:solidFill>
              </a:defRPr>
            </a:pPr>
            <a:r>
              <a:t>DASHBOARD EVIDENCE — ROLES · GITHUB · FIGJAM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[Roles panel: who held each role this sprint — does it match who actually committed?]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[GitHub + FigJam panels: live since Tuesday, or built the night before?]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[Insert screenshot of your team's actual dashboard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ALMANAC &amp; MACRO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&amp; Macro Signal — Backing the S&amp;P 500 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5156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SIGNAL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pattern, historical strength (Strong/Moderate/Weak)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46520" y="1764792"/>
            <a:ext cx="128016" cy="128016"/>
          </a:xfrm>
          <a:prstGeom prst="ellipse">
            <a:avLst/>
          </a:prstGeom>
          <a:solidFill>
            <a:srgbClr val="12C7B7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SIGNAL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language, yields, inflation data, sector rotation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+ MACRO THESIS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720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paragraph combining both signals into a hypothesis — end with your one-sentence "why" for the S&amp;P 500 call, the same sentence that goes in predictions/vW4.json]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— TECHNICAL &amp; ECONOMIC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Evidence &amp; Key Levels — Backing the Nasdaq-100 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675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screenshot of script output / terminal here]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470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STRUCTURE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9443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SIGNAL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416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SIGNAL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513892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— use this to write your Nasdaq-100 one-sentence reason for predictions/vW4.json]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— DATA &amp; CALIBRATION LEAD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&amp; Prescription — Backing the Gold Call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Predicted (Sprint 3)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Actual close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7,743.41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Error (points)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Error (%)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Top contributing agent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Direction correct?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FOR NEXT SPRINT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gold one-sentence reason, UP or DOWN — then one specific change to how you weight an agent next sprint, from your delta script's output]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— HUMAN SCORE &amp; UI LEAD ★ MOST IMPORTANT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Score, Wild Card &amp; UI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F5B9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REASONING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 / adjust / override the AI consensus — and why]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one observation that didn't fit neatly anywhere else]</a:t>
            </a:r>
            <a:endParaRPr lang="en-US" sz="1400" dirty="0"/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FFFFFF"/>
                </a:solidFill>
                <a:latin typeface="Arial"/>
              </a:rPr>
              <a:t>UI STATUS: [dashboard link] · panels live since Tuesday: [yes/no] · what changed this week: [Fill in]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— LLM &amp; GITHUB OPERATOR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&amp; Repo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SPX / NDX / Gold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ChatGPT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/ /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Gemini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/ /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DeepSeek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/ /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/ DIVERGENCE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745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does the spread across models reveal about uncertainty?]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STATUS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tag: [vW4]    ·    Repo evidence this sprint: [describe]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&amp; Next Sprint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1051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DIDN'T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810512"/>
            <a:ext cx="128016" cy="128016"/>
          </a:xfrm>
          <a:prstGeom prst="ellipse">
            <a:avLst/>
          </a:prstGeom>
          <a:solidFill>
            <a:srgbClr val="12C7B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8784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 FOR NEXT SPRINT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roles this sprint (rotation log)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Role]   ·   [Name — Role]   ·   [Name — Role]   ·   [Name — Role]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2026-09-13T15:54:45Z</dcterms:created>
  <dcterms:modified xsi:type="dcterms:W3CDTF">2026-09-13T15:54:45Z</dcterms:modified>
</cp:coreProperties>
</file>