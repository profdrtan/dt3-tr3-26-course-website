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[TEAM NAME]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290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[N]  ·  vW[N]  ·  [Date]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 — PRODUCT OWNER &amp; SCRUM MASTER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Goal &amp; Definition of Done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09728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GOAL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65960"/>
            <a:ext cx="10424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[State this sprint's goal in one sentence]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17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 OF DONE — STATUS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429000"/>
            <a:ext cx="109728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465576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34655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[Criterion 1]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09728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968496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96849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[Criterion 2]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434840"/>
            <a:ext cx="109728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471416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447141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[Criterion 3]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937760"/>
            <a:ext cx="109728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974336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497433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[Criterion 4]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R2 — ALMANAC &amp; MACRO ANALYST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Pattern &amp; Macro Thesis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64792"/>
            <a:ext cx="128016" cy="128016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ALMANAC SIGNAL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5740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pattern, historical strength (Strong/Moderate/Weak)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0604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 this week's finding]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155448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46520" y="1764792"/>
            <a:ext cx="128016" cy="128016"/>
          </a:xfrm>
          <a:prstGeom prst="ellipse">
            <a:avLst/>
          </a:prstGeom>
          <a:solidFill>
            <a:srgbClr val="12C7B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1709928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SIGNAL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05740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 language, yields, inflation data, sector rotation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60604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 this week's finding]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69080"/>
            <a:ext cx="10972800" cy="1737360"/>
          </a:xfrm>
          <a:prstGeom prst="roundRect">
            <a:avLst>
              <a:gd name="adj" fmla="val 4211"/>
            </a:avLst>
          </a:prstGeom>
          <a:solidFill>
            <a:srgbClr val="0E2A5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2519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ALMANAC + MACRO THESIS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57200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[One paragraph combining both signals into a hypothesis with a stated confidence level]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R3 — TECHNICAL ANALYST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 Evidence &amp; Key Levels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67512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9050">
            <a:solidFill>
              <a:srgbClr val="E6EB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667512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[Insert chart screenshot here]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498080" y="15544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LEVELS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847088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26517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 STRUCTURE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2944368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374904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MOMENTUM SIGNAL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4041648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48463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PATTERN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5138928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R4 — DATA &amp; CALIBRATION LEAD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vs. Prediction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0972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2286000"/>
                <a:gridCol w="2286000"/>
                <a:gridCol w="2286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Predicted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Actual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Accuracy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[SPX direction]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[ 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[ 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[ 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[Sector call]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[ 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[ 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[ 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7490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TREND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[Is accuracy improving sprint over sprint? Which model has the best track record?]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R5 — HUMAN SCORE LEAD ★ MOST IMPORTANT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Score &amp; Wild Card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0972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25400">
            <a:solidFill>
              <a:srgbClr val="F5B9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SCORE REASONING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[Confirm / adjust / override the AI consensus — and why]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703320"/>
            <a:ext cx="10972800" cy="1920240"/>
          </a:xfrm>
          <a:prstGeom prst="roundRect">
            <a:avLst>
              <a:gd name="adj" fmla="val 3810"/>
            </a:avLst>
          </a:prstGeom>
          <a:solidFill>
            <a:srgbClr val="0E2A5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886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WILD CARD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0624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[The one observation that didn't fit neatly anywhere else]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R6 — LLM, GITHUB &amp; UI OPERATOR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Comparison, Repo &amp; Interface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Call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Confidence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ChatGPT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[ ]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[ ]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Gemini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[ ]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[ ]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DeepSeek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[ ]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[ ]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17920" y="15544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AGREEMENT / DIVERGENCE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1874520"/>
            <a:ext cx="5303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[What does the spread across models reveal about uncertainty?]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3749040"/>
            <a:ext cx="109728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3931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+ UI STATUS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5196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tag: [vW_]    ·    UI progress this sprint: [describe]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 — PRODUCT OWNER &amp; SCRUM MASTER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Retrospective &amp; Next Sprint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051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175564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WORKED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9456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25112" y="155448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3712" y="1810512"/>
            <a:ext cx="128016" cy="128016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82312" y="175564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DIDN'T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53712" y="219456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01584" y="155448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30184" y="1810512"/>
            <a:ext cx="128016" cy="128016"/>
          </a:xfrm>
          <a:prstGeom prst="ellipse">
            <a:avLst/>
          </a:prstGeom>
          <a:solidFill>
            <a:srgbClr val="12C7B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58784" y="175564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CHANGE FOR NEXT SPRINT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330184" y="219456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54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 roles this sprint (rotation log)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074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 — Role]   ·   [Name — Role]   ·   [Name — Role]   ·   [Name — Role]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2026-09-13T15:54:45Z</dcterms:created>
  <dcterms:modified xsi:type="dcterms:W3CDTF">2026-09-13T15:54:45Z</dcterms:modified>
</cp:coreProperties>
</file>