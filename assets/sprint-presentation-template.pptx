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[N]  ·  vW[N]  ·  [Date]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 &amp; Definition of Done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[State this sprint's goal in one sentence]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OF DONE — STATUS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46557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655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1]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96849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96849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2]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7141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47141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3]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97433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97433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4]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ALMANAC &amp; MACRO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Pattern &amp; Macro Thesis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64792"/>
            <a:ext cx="128016" cy="128016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SIGNAL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pattern, historical strength (Strong/Moderate/Weak)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764792"/>
            <a:ext cx="128016" cy="128016"/>
          </a:xfrm>
          <a:prstGeom prst="ellipse">
            <a:avLst/>
          </a:prstGeom>
          <a:solidFill>
            <a:srgbClr val="12C7B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SIGNAL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language, yields, inflation data, sector rotation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0E2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251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+ MACRO THESIS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720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[One paragraph combining both signals into a hypothesis with a stated confidence level]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TECHNICAL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Evidence &amp; Key Levels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67512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9050">
            <a:solidFill>
              <a:srgbClr val="E6EB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66751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chart screenshot here]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554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LEVELS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84708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6517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STRUCTURE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294436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3749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SIGNAL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404164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PATTERN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13892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R4 — DATA &amp; CALIBRATION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vs. Prediction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Predicted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Actual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[SPX direction]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[Sector call]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TREND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[Is accuracy improving sprint over sprint? Which model has the best track record?]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R5 — HUMAN SCORE &amp; UI LEAD ★ MOST IMPORTANT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 &amp; Wild Card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F5B94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 / adjust / override the AI consensus — and why]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0E2A5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 CARD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one observation that didn't fit neatly anywhere else]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R6 — LLM &amp; GITHUB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&amp; Repo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Confidence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ChatGPT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Gemini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DeepSeek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[ ]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54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/ DIVERGENCE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87452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[What does the spread across models reveal about uncertainty?]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109728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82296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+ UI STATUS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tag: [vW_]    ·    UI progress this sprint: [describe]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 &amp; Next Sprint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05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112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82312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DIDN'T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0184" y="1810512"/>
            <a:ext cx="128016" cy="128016"/>
          </a:xfrm>
          <a:prstGeom prst="ellipse">
            <a:avLst/>
          </a:prstGeom>
          <a:solidFill>
            <a:srgbClr val="12C7B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58784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FOR NEXT SPRINT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roles this sprint (rotation log)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 — Role]   ·   [Name — Role]   ·   [Name — Role]   ·   [Name — Role]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2026-09-13T15:54:45Z</dcterms:created>
  <dcterms:modified xsi:type="dcterms:W3CDTF">2026-09-13T15:54:45Z</dcterms:modified>
</cp:coreProperties>
</file>