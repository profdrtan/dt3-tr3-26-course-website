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[N]  ·  vW[N]  ·  [Date]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 &amp; Definition of Done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this sprint's goal in one sentence]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—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6557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655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68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6849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71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7141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3]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9743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7433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4]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ALMANAC &amp; MACRO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 &amp; Macro Thesis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SIGNAL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pattern, historical strength (Strong/Moderate/Weak)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6479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SIGNAL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language, yields, inflation data, sector rotation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0E2A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+ MACRO THESIS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paragraph combining both signals into a hypothesis with a stated confidence level]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TECHNICAL &amp; ECONOMIC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Evidence &amp; Key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675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chart screenshot here]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STRUCTURE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944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SIGNAL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41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SIGNAL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13892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DATA &amp; CALIBRATION LEAD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vs. Prediction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[SPX direction]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[Sector call]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TREND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 accuracy improving sprint over sprint? Which model has the best track record?]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HUMAN SCORE &amp; UI LEAD ★ MOST IMPORTANT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&amp; Wild Card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F5B9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REASONING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 / adjust / override the AI consensus — and why]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one observation that didn't fit neatly anywhere else]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— LLM &amp; GITHUB OPERATOR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&amp; Repo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ChatGPT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Gemini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DeepSeek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/ DIVERGENCE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74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does the spread across models reveal about uncertainty?]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+ UI STATUS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tag: [vW_]    ·    UI progress this sprint: [describe]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&amp; Next Sprint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81051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8784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FOR NEXT SPRINT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roles this sprint (rotation log)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Role]   ·   [Name — Role]   ·   [Name — Role]   ·   [Name — Role]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2026-09-13T15:54:45Z</dcterms:created>
  <dcterms:modified xsi:type="dcterms:W3CDTF">2026-09-13T15:54:45Z</dcterms:modified>
</cp:coreProperties>
</file>