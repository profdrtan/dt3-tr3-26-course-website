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NAME]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290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[N]  ·  vW[N]  ·  [Date]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C9A84C"/>
                </a:solidFill>
              </a:defRPr>
            </a:pPr>
            <a:r>
              <a:t>Prediction Challenge: [your Friday SPX prediction] · committed Tuesday · scored Saturday AM SGT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— PRODUCT OWNER &amp; SCRUM MASTER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Goal &amp; Definition of Done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691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GOAL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[State this sprint's goal in one sentence]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 OF DONE — STATUS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10972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31520" y="346557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46557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[Criterion 1]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10972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31520" y="396849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96849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[Criterion 2]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10972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31520" y="447141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47141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[Criterion 3]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937760"/>
            <a:ext cx="109728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31520" y="4974336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☐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974336"/>
            <a:ext cx="9601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[Criterion 4]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Box 21"/>
          <p:cNvSpPr txBox="1"/>
          <p:nvPr/>
        </p:nvSpPr>
        <p:spPr>
          <a:xfrm>
            <a:off x="548640" y="5390000"/>
            <a:ext cx="11064240" cy="1107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b="1" sz="1100">
                <a:solidFill>
                  <a:srgbClr val="12C7B7"/>
                </a:solidFill>
              </a:defRPr>
            </a:pPr>
            <a:r>
              <a:t>FIGJAM EVIDENCE — WHAT'S ACTUALLY ON THE BOARD</a:t>
            </a:r>
          </a:p>
          <a:p>
            <a:pPr>
              <a:spcAft>
                <a:spcPts val="300"/>
              </a:spcAft>
              <a:defRPr sz="1100">
                <a:solidFill>
                  <a:srgbClr val="374151"/>
                </a:solidFill>
              </a:defRPr>
            </a:pPr>
            <a:r>
              <a:t>•  [How many cards, one per role? Does each have a DoD line?]</a:t>
            </a:r>
          </a:p>
          <a:p>
            <a:pPr>
              <a:spcAft>
                <a:spcPts val="300"/>
              </a:spcAft>
              <a:defRPr sz="1100">
                <a:solidFill>
                  <a:srgbClr val="374151"/>
                </a:solidFill>
              </a:defRPr>
            </a:pPr>
            <a:r>
              <a:t>•  [How did cards move through the week — Monday, Wednesday, Sunday?]</a:t>
            </a:r>
          </a:p>
          <a:p>
            <a:pPr>
              <a:spcAft>
                <a:spcPts val="300"/>
              </a:spcAft>
              <a:defRPr sz="1100">
                <a:solidFill>
                  <a:srgbClr val="374151"/>
                </a:solidFill>
              </a:defRPr>
            </a:pPr>
            <a:r>
              <a:t>•  [Insert screenshot of your team's actual board section here]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— ALMANAC &amp; MACRO ANALYST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Seasonal Pattern &amp; Macro Signal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1764792"/>
            <a:ext cx="128016" cy="128016"/>
          </a:xfrm>
          <a:prstGeom prst="ellipse">
            <a:avLst/>
          </a:prstGeom>
          <a:solidFill>
            <a:srgbClr val="F5B942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51560" y="170992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ALMANAC SIGNAL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pattern, historical strength (Strong/Moderate/Weak)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 this week's finding]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46520" y="1764792"/>
            <a:ext cx="128016" cy="128016"/>
          </a:xfrm>
          <a:prstGeom prst="ellipse">
            <a:avLst/>
          </a:prstGeom>
          <a:solidFill>
            <a:srgbClr val="12C7B7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675120" y="170992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SIGNAL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05740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language, yields, inflation data, sector rotation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606040"/>
            <a:ext cx="4892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 this week's finding]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10972800" cy="1737360"/>
          </a:xfrm>
          <a:prstGeom prst="roundRect">
            <a:avLst>
              <a:gd name="adj" fmla="val 4211"/>
            </a:avLst>
          </a:prstGeom>
          <a:solidFill>
            <a:srgbClr val="0E2A52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2960" y="4251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ALMANAC + MACRO THESIS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57200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[One paragraph combining both signals into a hypothesis with a stated confidence level]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 — TECHNICAL &amp; ECONOMIC ANALYST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Evidence &amp; Key Levels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67512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9050">
            <a:solidFill>
              <a:srgbClr val="E6EBF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1554480"/>
            <a:ext cx="667512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[Insert screenshot of script output / terminal here]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498080" y="15544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LEVELS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498080" y="184708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498080" y="2651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STRUCTURE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294436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37490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MOMENTUM SIGNAL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04164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48463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SIGNAL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5138928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R4 — DATA &amp; CALIBRATION LEAD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vs. Automated Validation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0972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2286000"/>
                <a:gridCol w="2286000"/>
              </a:tblGrid>
              <a:tr h="50292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Metric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Manual (Sprint 2)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Automated (Sprint 3)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Match?</a:t>
                      </a: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[Metric 1]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[Fill in]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[Fill in]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[Fill in]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[Metric 2]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[Fill in]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[Fill in]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[Fill in]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[Metric 3]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[Fill in]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[Fill in]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[Fill in]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749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TREND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114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[Is accuracy improving sprint over sprint? Which model has the best track record?]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R5 — HUMAN SCORE &amp; UI LEAD ★ MOST IMPORTANT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Score &amp; Wild Card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972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5400">
            <a:solidFill>
              <a:srgbClr val="F5B94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B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SCORE REASONING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[Confirm / adjust / override the AI consensus — and why]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703320"/>
            <a:ext cx="10972800" cy="1920240"/>
          </a:xfrm>
          <a:prstGeom prst="roundRect">
            <a:avLst>
              <a:gd name="adj" fmla="val 3810"/>
            </a:avLst>
          </a:prstGeom>
          <a:solidFill>
            <a:srgbClr val="0E2A52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 CARD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0624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one observation that didn't fit neatly anywhere else]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R6 — LLM &amp; GITHUB OPERATOR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 &amp; Repo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3035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Call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Confidence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5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ChatGPT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Gemini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DeepSeek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[ ]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EB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217920" y="15544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AGREEMENT / DIVERGENCE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187452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[What does the spread across models reveal about uncertainty?]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3749040"/>
            <a:ext cx="109728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822960" y="3931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+ UI STATUS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25196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tag: [vW_]    ·    UI progress this sprint: [describe]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2C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— PRODUCT OWNER &amp; SCRUM MASTER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Retrospective &amp; Next Sprint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93592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0512"/>
            <a:ext cx="128016" cy="128016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17556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WORKED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25112" y="1554480"/>
            <a:ext cx="3593592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53712" y="1810512"/>
            <a:ext cx="128016" cy="12801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82312" y="17556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DIDN'T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53712" y="219456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01584" y="1554480"/>
            <a:ext cx="3593592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6EB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30184" y="1810512"/>
            <a:ext cx="128016" cy="128016"/>
          </a:xfrm>
          <a:prstGeom prst="ellipse">
            <a:avLst/>
          </a:prstGeom>
          <a:solidFill>
            <a:srgbClr val="12C7B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58784" y="17556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CHANGE FOR NEXT SPRINT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330184" y="219456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[Fill in]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54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 roles this sprint (rotation log)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074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 — Role]   ·   [Name — Role]   ·   [Name — Role]   ·   [Name — Role]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CP3405 Design Thinking III  ·  TR3 2026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2026-09-13T15:54:45Z</dcterms:created>
  <dcterms:modified xsi:type="dcterms:W3CDTF">2026-09-13T15:54:45Z</dcterms:modified>
</cp:coreProperties>
</file>