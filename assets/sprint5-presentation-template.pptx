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15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[N]  ·  vW[N]  ·  [Date]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C9A84C"/>
                </a:solidFill>
              </a:defRPr>
            </a:pPr>
            <a:r>
              <a:rPr>
                <a:solidFill/>
              </a:rPr>
              <a:t>Prediction Challenge: S&amp;P 500 · Nasdaq-100 · Gold futures (/GC) · 10-Year yield (^TNX) — locked Wed 23:59 · scored Sat AM SGT · defended Monday (oral)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57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D9694F"/>
                </a:solidFill>
                <a:latin typeface="Arial"/>
              </a:rPr>
              <a:t>Dashboard: ui/index.html · [X] / 9 files loaded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ROTATION LOG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Rotation — Who Held Each Role, Each Sprint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2350000"/>
        </p:xfrm>
        <a:graphic>
          <a:graphicData uri="http://schemas.openxmlformats.org/drawingml/2006/table">
            <a:tbl>
              <a:tblPr/>
              <a:tblGrid>
                <a:gridCol w="1500000"/>
                <a:gridCol w="1578800"/>
                <a:gridCol w="1578800"/>
                <a:gridCol w="1578800"/>
                <a:gridCol w="1578800"/>
                <a:gridCol w="1578800"/>
                <a:gridCol w="1578800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Sprint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R1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R3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R4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R5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R6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</a:tr>
              <a:tr h="61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Sprint 3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3"/>
                    </a:solidFill>
                  </a:tcPr>
                </a:tc>
              </a:tr>
              <a:tr h="61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Sprint 4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D"/>
                    </a:solidFill>
                  </a:tcPr>
                </a:tc>
              </a:tr>
              <a:tr h="61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2033"/>
                          </a:solidFill>
                        </a:rPr>
                        <a:t>Sprint 5 (current)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2033"/>
                          </a:solidFill>
                        </a:rPr>
                        <a:t>Name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E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sprint’s row is a different color — teal for Sprint 3, amber for Sprint 4, coral for Sprint 5 (this sprint, in bold) — so the rotation is visible at a glance. R1 (Scrum Master): update this table from data/roles.json before Monday’s presentation. Add a new row at the start of every future sprint — never delete an old one.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PRODUCT OWNER &amp; SCRUM MASTER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 &amp; Definition of Done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 this sprint's goal in one sentence]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—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346557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655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1]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396849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96849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2]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44714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47141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3]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49743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97433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4]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548640" y="5390000"/>
            <a:ext cx="11064240" cy="110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D9694F"/>
                </a:solidFill>
              </a:defRPr>
            </a:pPr>
            <a:r>
              <a:t>DASHBOARD EVIDENCE — ROLES · GITHUB · FIGJAM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</a:defRPr>
            </a:pPr>
            <a:r>
              <a:rPr>
                <a:solidFill/>
              </a:rPr>
              <a:t>•  [Roles panel: who held each role this sprint — does it match who actually committed?]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</a:defRPr>
            </a:pPr>
            <a:r>
              <a:t>•  [Dashboard: X / 9 files loaded — is any required file outside its path? Prediction confirmed (r1_confirms) before Wed 23:59?]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</a:defRPr>
            </a:pPr>
            <a:r>
              <a:t>•  [Insert screenshot of your team's actual dashboard here]</a:t>
            </a:r>
          </a:p>
          <a:p>
            <a:pPr>
              <a:spcAft>
                <a:spcPts val="300"/>
              </a:spcAft>
            </a:pPr>
            <a:r>
              <a:rPr sz="1100"/>
              <a:t>•  Did not attend Monday’s presentation: [names, or “none”]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— ALMANAC &amp; MACRO ANALYST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Catalysts, Almanac &amp; Macro — Backing the S&amp;P 500 Call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F5B94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51560" y="1709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ALMANAC SIGNAL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pattern, historical strength (Strong/Moderate/Weak)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this week's finding]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46520" y="1764792"/>
            <a:ext cx="128016" cy="128016"/>
          </a:xfrm>
          <a:prstGeom prst="ellipse">
            <a:avLst/>
          </a:prstGeom>
          <a:solidFill>
            <a:srgbClr val="D9694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675120" y="1709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CATALYSTS &amp; MACRO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week’s releases (event · time · consensus) and what a surprise does to each call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this week's finding]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0E2A52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ALMANAC + MACRO THESIS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720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paragraph combining both signals into a hypothesis — end with your one-sentence "why" for the S&amp;P 500 call, the same sentence that goes in predictions/vW5.json]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— TECHNICAL &amp; ECONOMIC ANALYST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Evidence &amp; Key Levels — Backing the Nasdaq-100 Call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66751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screenshot of script output / terminal here]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8470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STRUCTURE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94436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SIGNAL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4164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46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SIGNAL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513892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— use this to write your Nasdaq-100 one-sentence reason for predictions/vW5.json]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— DATA &amp; CALIBRATION LEAD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&amp; Prescription — Backing the Gold Call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Predicted S&amp;P 500 (Sprint 4)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Actual close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[from actuals/vW4.json]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Error (points)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Error (%)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Top contributing agent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Direction correct?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[Fill in]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FOR NEXT SPRINT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gold one-sentence reason, UP or DOWN — then one specific change to how you weight an agent next sprint, from your delta script's output]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 — HUMAN SCORE &amp; UI LEAD ★ MOST IMPORTANT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Score, Wild Card &amp; UI Status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F5B9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SCORE REASONING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 / adjust / override the AI consensus — and why]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0E2A5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 CARD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one observation that didn't fit neatly anywhere else]</a:t>
            </a:r>
            <a:endParaRPr lang="en-US" sz="1400" dirty="0"/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FFFFFF"/>
                </a:solidFill>
                <a:latin typeface="Arial"/>
              </a:rPr>
              <a:t>UI STATUS: [dashboard link] · files loaded: [X] / 9 · panels live since Tuesday: [yes/no] · what changed this week: [Fill in]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 — LLM, GITHUB &amp; 10-YEAR YIELD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Comparison, Yield Call &amp; Repo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SPX / NDX / Gold / TNX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ChatGPT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/ / /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Gemini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/ / /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DeepSeek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/ / /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 ]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554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/ DIVERGENCE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745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does the spread across models reveal?]  ·  YIELD CALL: [x.xx]% — [one sentence naming a catalyst]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10972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STATUS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519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tag: [vW5] (cut once, before Sat 23:59)    ·    Repo evidence this sprint: [describe]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6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PRODUCT OWNER &amp; SCRUM MASTER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&amp; Next Sprint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810512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82312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DIDN'T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— name the Scrum principle you broke in Sprint 4]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0184" y="1810512"/>
            <a:ext cx="128016" cy="128016"/>
          </a:xfrm>
          <a:prstGeom prst="ellipse">
            <a:avLst/>
          </a:prstGeom>
          <a:solidFill>
            <a:srgbClr val="D969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58784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CHANGE FOR NEXT SPRINT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roles this sprint (rotation log)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— Role]   ·   [Name — Role]   ·   [Name — Role]   ·   [Name — Role]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2026-09-13T15:54:45Z</dcterms:created>
  <dcterms:modified xsi:type="dcterms:W3CDTF">2026-09-13T15:54:45Z</dcterms:modified>
</cp:coreProperties>
</file>